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SCOUT · orbit 两相控制示意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201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0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atypical（entropy cost）：把动作推离 DP 意图，到 κ 封顶</a:t>
            </a:r>
            <a:endParaRPr lang="en-US" sz="2100" dirty="0"/>
          </a:p>
        </p:txBody>
      </p:sp>
      <p:pic>
        <p:nvPicPr>
          <p:cNvPr id="5" name="Image 0" descr="idea/figures/fig1_atypical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268" y="1078992"/>
            <a:ext cx="7596415" cy="4498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42432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cost = min(KL(q(z|s̄,a) ‖ q(z|s̄,a⁰)), κ)：以 DP 自身意图 a⁰ 为参照，引导只走到 κ 封顶为止（双信任域）。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argmax 实现：梯度上升只爬一条最陡棱线，其余上坡方向全部放弃 —— 这正是 orbit 要解决的问题。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SCOUT · orbit 两相控制示意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201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0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orbit 两相控制（无限制，fb_clamp=none）：爬坡 → 壳上约束动力学</a:t>
            </a:r>
            <a:endParaRPr lang="en-US" sz="2100" dirty="0"/>
          </a:p>
        </p:txBody>
      </p:sp>
      <p:pic>
        <p:nvPicPr>
          <p:cNvPr id="5" name="Image 0" descr="idea/figures/fig2_orbit_non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270" y="1078992"/>
            <a:ext cx="7478413" cy="4498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42432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1 逐字节 = atypical；phase 2 换约束动力学：法向 Newton 扶 κ + 切向巡行给方向覆盖。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但残差无界：远壳行拉力 ∝ |f−κ| → 链后期 VIB 共适应、KL 右移后 jerk 爆，救回归零（fb 0.55/0.61 vs 健康 0.24–0.33）。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SCOUT · orbit 两相控制示意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201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0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orbit 两相控制（带限制，fb_clamp=soft）：拉力封顶 + 噪声限带</a:t>
            </a:r>
            <a:endParaRPr lang="en-US" sz="2100" dirty="0"/>
          </a:p>
        </p:txBody>
      </p:sp>
      <p:pic>
        <p:nvPicPr>
          <p:cNvPr id="5" name="Image 0" descr="idea/figures/fig3_orbit_soft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270" y="1078992"/>
            <a:ext cx="7478413" cy="4498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42432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fb soft-clamp 把远壳拉力封顶 λδ/‖g‖；切向噪声限带 [κ−δ, κ+δ]（带外置零，RNG 流位同）。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 σ 轮衰减 0.5^(r−1) 与 noise_anneal p=2 → 最终固定参数组一组跨任务免标定（square 0.80→0.96、can 0.97→0.98）。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两相控制示意图</dc:title>
  <dc:subject>PptxGenJS Presentation</dc:subject>
  <dc:creator>SCOUT</dc:creator>
  <cp:lastModifiedBy>SCOUT</cp:lastModifiedBy>
  <cp:revision>1</cp:revision>
  <dcterms:created xsi:type="dcterms:W3CDTF">2026-09-03T10:17:00Z</dcterms:created>
  <dcterms:modified xsi:type="dcterms:W3CDTF">2026-09-03T10:17:00Z</dcterms:modified>
</cp:coreProperties>
</file>